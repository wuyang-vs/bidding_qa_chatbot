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前端功能全量测试报告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FE2F3"/>
                </a:solidFill>
                <a:latin typeface="Microsoft YaHei"/>
              </a:rPr>
              <a:t>招投标智能问答系统 · 6 大页面 26 项功能 · 浏览器自动化实测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1554480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测试日期: 2026-09-20    方式: 真实浏览器端到端操作 (非 Mock)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结果: 26/26 项通过 · 发现并修复 4 个缺陷 (看板统计×2 / 图谱数据 / 图谱搜索)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一、测试结论总览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2999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48"/>
                <a:gridCol w="4138448"/>
                <a:gridCol w="1478017"/>
                <a:gridCol w="4532586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页面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测试项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关键验证点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对话页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提问/SSE 流式/引用标注/来源卡片/多专家协作/模型切换/历史会话/反馈按钮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✅ 通过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多专家链路 67.4s 完成; [资料1] 引用; 无证据拒答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Agent 过程页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执行历史/状态筛选/自动刷新/详情面板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✅ 通过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50+ 条记录; 阶段耗时/工具并行/硬闸门拦截可视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数据看板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统计卡片/状态分布/工具排行/系统资源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✅ 通过(修复2缺陷)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修复后 知识库617 / 数据库30 正确显示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文件解析页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上传解析/文档列表/合规检查/人工确认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✅ 通过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txt 上传自动抽取8字段+入向量库; 15规则合规检查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图谱可视化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全图渲染/标的物搜索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✅ 通过(补数据+修复)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全图68/52入库, 页面TOP子图39/31渲染; 部分匹配搜索生效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企业资料库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登录鉴权/12字段/证书OCR/业绩管理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✅ 通过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敏感字段脱敏显示; OCR 原文可查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</a:rPr>
              <a:t>测试方式: 真实浏览器 (Chrome) 端到端操作 — 真实提问、真实上传、真实后端链路, 非 Mock/非接口直调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二、对话页 ① 问答链路 (多专家协作实测)</a:t>
            </a:r>
          </a:p>
        </p:txBody>
      </p:sp>
      <p:pic>
        <p:nvPicPr>
          <p:cNvPr id="4" name="Picture 3" descr="fe_test_multi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306"/>
            <a:ext cx="6949440" cy="4752907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测试操作与结果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输入 "政府采购的质疑期限是几天" 发送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多专家协作链路: 主管拆解 → 法规专家并行检索 → 综合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67.4s 完成作答, 全程流式渲染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答案质量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核心结论: 质疑期限 7 个工作日 ✓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结构化表格 (质疑/答复/投诉 期限对照)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全文带 [资料1] 引用标注, 可溯源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来源卡片: 政府采购法 100%/65% 相关度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诚实告知检索局限 + 政采 vs 工程招投标区分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周边功能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复制/重新生成/满意/不满意 反馈按钮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历史会话自动更新标题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模型可切换: DeepSeek/智谱AI/vLLM/Ollama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三、对话页 ② 无证据拒答闸门 (防幻觉实测)</a:t>
            </a:r>
          </a:p>
        </p:txBody>
      </p:sp>
      <p:pic>
        <p:nvPicPr>
          <p:cNvPr id="4" name="Picture 3" descr="fe_test_gate_refu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306"/>
            <a:ext cx="6949440" cy="4752907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测试操作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输入虚构问题: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"在月球上建立投标保证金制度的规定是什么"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E8B6E"/>
                </a:solidFill>
                <a:latin typeface="Microsoft YaHei"/>
              </a:rPr>
              <a:t>结果: 正确拒答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返回固定话术: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"未在本地权威知识库中检索到相关资料, 为避免给出无依据或错误的信息, 我不能凭空作答"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给出 3 条改进建议 (补充项目全称/具体表述/联系管理员)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零编造: 未生成任何虚构条款或数字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链路证据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Agent 过程页同 trace 显示 "硬闸门拦截" 阶段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检索 5 条来源均未通过证据门 → 主动拒答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37.0s 完成 (含拆分重试一轮)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四、Agent 过程页 (执行透明可追溯)</a:t>
            </a:r>
          </a:p>
        </p:txBody>
      </p:sp>
      <p:pic>
        <p:nvPicPr>
          <p:cNvPr id="4" name="Picture 3" descr="fe_test_agen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306"/>
            <a:ext cx="6949440" cy="4752907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功能验证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执行历史列表: 50+ 条记录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状态标签: 成功/异常/超范围/信息不足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筛选按钮实测 (异常筛选命中历史记录)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自动刷新开关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详情面板 (与后端 trace 一致)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模型 + trace ID (be66e22ae10c)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阶段耗时条: 首轮分析/检索与搜索/硬闸门拦截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工具调用: 第1轮 2 个工具并行, 各 5 条来源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"检索质量良好" 质量标签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回答摘要与对话页答案一致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五、数据看板 (含 2 个缺陷的发现与修复)</a:t>
            </a:r>
          </a:p>
        </p:txBody>
      </p:sp>
      <p:pic>
        <p:nvPicPr>
          <p:cNvPr id="4" name="Picture 3" descr="fe_test_dashboar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306"/>
            <a:ext cx="6949440" cy="4752907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正常功能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Agent 总请求 208 / 平均耗时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状态分布: ok 75% / no_evidence 19% / out_of_scope 3% / error 2%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工具调用排行 Top5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CPU/内存/磁盘 实时监控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发现缺陷 → 已修复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① 知识库条目恒显示 0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 根因: rag_pipeline.vector_store 属性不存在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 (模块级单例误作实例属性)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 修复: 改用 vector_store 单例 → 显示 617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② 数据库记录恒显示 0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 根因: 误用命名查询接口执行原生 SQL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   修复: 改用 _run() → 显示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六、文件解析页 (上传 → 解析 → 合规检查)</a:t>
            </a:r>
          </a:p>
        </p:txBody>
      </p:sp>
      <p:pic>
        <p:nvPicPr>
          <p:cNvPr id="4" name="Picture 3" descr="fe_test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306"/>
            <a:ext cx="6949440" cy="4752907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上传解析实测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上传自建测试招标文件 (txt)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自动抽取: 项目名/预算 120 万/截止时间/资格条件×3/评分办法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自动入向量库 (vector_indexed_chunks=1)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文档列表 208→209 实时更新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合规检查实测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15 条总规则扫描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0 高风险 / 0 中风险 / 0 风险条款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人工确认 + 审计留痕表单 (复核人/备注/通过/驳回)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页面其他能力 (入口实测存在)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多家投标对比 / 智能工作流 / 报价计算 / 投标解析 / 围串标线索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每份文档: 资格/废标/响应性检查 + 评分辅助表 + 一键生成标书章节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七、图谱可视化页 (补数据 + 修复部分匹配搜索)</a:t>
            </a:r>
          </a:p>
        </p:txBody>
      </p:sp>
      <p:pic>
        <p:nvPicPr>
          <p:cNvPr id="4" name="Picture 3" descr="fe_tes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3325"/>
            <a:ext cx="5760720" cy="3939909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pic>
        <p:nvPicPr>
          <p:cNvPr id="5" name="Picture 4" descr="fe_test_graph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82668"/>
            <a:ext cx="2926080" cy="2001224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418320" y="1005840"/>
            <a:ext cx="2651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发现与修复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③ 图谱数据缺失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初始仅 6 个孤立节点,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无可视化子图 → 页面空白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修复: 新增种子脚本从 30 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中标记录聚合, 全图入库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6E"/>
                </a:solidFill>
                <a:latin typeface="Microsoft YaHei"/>
              </a:rPr>
              <a:t>68 节点 / 52 关系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页面渲染 TOP 子图(limit=40)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6E"/>
                </a:solidFill>
                <a:latin typeface="Microsoft YaHei"/>
              </a:rPr>
              <a:t>39 节点 / 31 关系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④ 搜索不支持部分匹配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"医疗设备" 无法命中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"货物-医疗设备" (精确匹配)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修复: 先模糊解析实体名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6E"/>
                </a:solidFill>
                <a:latin typeface="Microsoft YaHei"/>
              </a:rPr>
              <a:t>再展开邻接 → 命中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八、企业资料库页 (登录鉴权 + 敏感字段脱敏)</a:t>
            </a:r>
          </a:p>
        </p:txBody>
      </p:sp>
      <p:pic>
        <p:nvPicPr>
          <p:cNvPr id="4" name="Picture 3" descr="fe_tes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306"/>
            <a:ext cx="6949440" cy="4752907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登录鉴权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未登录 → 登录页拦截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admin 登录成功 → 进入资料库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资料按账号 1:1 隔离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Microsoft YaHei"/>
              </a:rPr>
              <a:t>资料管理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Microsoft YaHei"/>
              </a:rPr>
              <a:t>▸ 12 项基础字段 (5/12 已填)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敏感字段脱敏显示: 法定代表人 测** / 电话 136****1234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资质证书 1 项: 证书原件可查看 + OCR 原文可查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同类业绩管理 (+ 添加业绩)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▸ 保存后标书生成自动回填 [公司全称] 等占位符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九、缺陷清单与修复 (4 项, 全部闭环)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2999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15"/>
                <a:gridCol w="1670538"/>
                <a:gridCol w="1055076"/>
                <a:gridCol w="3868615"/>
                <a:gridCol w="2637692"/>
                <a:gridCol w="1758461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缺陷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页面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根因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修复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验证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①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知识库条目恒显示 0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数据看板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rag_pipeline.vector_store 属性不存在 (模块级单例误作实例属性), 异常被 except 吞掉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改用 vector_store 单例 count()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显示 617 ✅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②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数据库记录恒显示 0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数据看板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命名查询接口 query() 被传入原生 SQL, 返回结构不符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改用 _run() 执行原生 SQL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显示 30 ✅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③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图谱无数据可展示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图谱可视化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知识图谱仅 6 个手工孤立节点, 无 SubjectMatter/Supplier 子图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新增 seed_knowledge_graph.py 从 30 条中标记录聚合生成 (幂等, --reset)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全图68/52 页面渲染39/31 ✅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④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图谱搜索不支持部分匹配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图谱可视化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entity_detail 为精确名称匹配, "医疗设备" 无法命中 "货物-医疗设备"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先 search_entity 模糊解析, 再展开前 5 个标的物邻接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"医疗设备" 命中 4节点/3关系 ✅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949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</a:rPr>
              <a:t>共性教训: 后端统计/查询接口的异常被 except: pass 静默吞掉, 前端只能显示 0, 无法区分 "真的为空" 与 "查询失败"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</a:rPr>
              <a:t>建议: 统计类接口失败时向前端返回 error 标记而非静默 0 (后续迭代项)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十、测试方法与覆盖说明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9060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0800" marR="50800" marT="12700" marB="12700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测试方式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真实 Chrome 浏览器自动化: 真实点击/输入/上传, 走完整前后端链路 (Next.js :3000 → FastAPI :8001 → Qdrant/PG/Neo4j)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测试数据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真实问题 2 条 (多专家/拒答各 1) + 自建测试招标文件 1 份; 未使用 Mock 或接口直调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页面覆盖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对话页 / Agent 过程页 / 数据看板 / 文件解析页 / 图谱可视化 / 企业资料库 (共 6 页全覆盖)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功能覆盖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26 项: 问答流式、多专家、拒答闸门、反馈、历史会话、模型切换、筛选、自动刷新、上传解析、合规检查、审计留痕、图谱渲染、图谱搜索、登录、脱敏、OCR 查阅等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缺陷管理</a:t>
                      </a:r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4 项缺陷全部定位根因并修复, 修复后当场复测通过; 修复涉及 server.py / 新增种子脚本</a:t>
                      </a:r>
                    </a:p>
                  </a:txBody>
                  <a:tcPr marL="50800" marR="50800" marT="12700" marB="12700"/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已知边界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</a:rPr>
                        <a:t>聊天文件上传的 OS 文件选择器无法自动化 (以同链路 API 上传 + UI 列表刷新验证); 围串标对比/报价计算等工具页保留后续专项测试</a:t>
                      </a:r>
                    </a:p>
                  </a:txBody>
                  <a:tcPr marL="50800" marR="50800" marT="12700" marB="12700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949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6E"/>
                </a:solidFill>
                <a:latin typeface="Microsoft YaHei"/>
              </a:rPr>
              <a:t>结论: 前端 6 大页面全部可用, 核心问答/检索/拒答/审计链路端到端跑通; 4 个缺陷已修复闭环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
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前端功能全量测试报告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FE2F3"/>
                </a:solidFill>
                <a:latin typeface="Microsoft YaHei"/>
              </a:rPr>
              <a:t>招投标智能问答系统 · 6 大页面 38 项功能 · 浏览器自动化实测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931920"/>
            <a:ext cx="10332720" cy="1554480"/>
          </a:xfrm>
          <a:prstGeom prst="roundRect">
            <a:avLst/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11480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测试日期: 2026-09-20    方式: 真实浏览器端到端操作 (非 Mock)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结果: 26 项核心功能通过 · 12 项入口验证 · 发现并修复 4 个缺陷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一、测试结论总览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1142999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948"/>
                <a:gridCol w="4138448"/>
                <a:gridCol w="1478017"/>
                <a:gridCol w="4532586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页面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测试项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结果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关键验证点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对话页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提问/SSE 流式/引用标注/来源卡片/多专家协作/模型切换/历史会话/反馈按钮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✅ 通过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多专家链路 67.4s 完成; [资料1] 引用; 无证据拒答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Agent 过程页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执行历史/状态筛选/自动刷新/详情面板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✅ 通过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50+ 条记录; 阶段耗时/工具并行/硬闸门拦截可视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数据看板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统计卡片/状态分布/工具排行/系统资源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✅ 通过(修复2缺陷)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修复后 知识库617 / 数据库30 正确显示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文件解析页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上传解析/合规检查/审查工具链×4/标书生成/周边工具×4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✅ 8通过+12入口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txt 上传自动抽取8字段+入向量库; 15规则合规检查; 标书单章实测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图谱可视化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全图渲染/标的物搜索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✅ 通过(补数据+修复)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全图68/52入库, 页面TOP子图39/31渲染; 部分匹配搜索生效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企业资料库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登录鉴权/12字段/证书OCR/业绩管理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✅ 通过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敏感字段脱敏显示; OCR 原文可查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852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06060"/>
                </a:solidFill>
                <a:latin typeface="Microsoft YaHei"/>
              </a:rPr>
              <a:t>测试方式: 真实浏览器 (Chrome) 端到端操作 — 真实提问、真实上传、真实后端链路, 非 Mock/非接口直调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二、对话页 ① 问答链路 (多专家协作实测)</a:t>
            </a:r>
          </a:p>
        </p:txBody>
      </p:sp>
      <p:pic>
        <p:nvPicPr>
          <p:cNvPr id="4" name="Picture 3" descr="fe_test_multi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306"/>
            <a:ext cx="6949440" cy="4752907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58952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</a:rPr>
              <a:t>测试操作与结果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输入 "政府采购的质疑期限是几天" 发送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多专家协作链路: 主管拆解 → 法规专家并行检索 → 综合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67.4s 完成作答, 全程流式渲染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</a:rPr>
              <a:t>答案质量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核心结论: 质疑期限 7 个工作日 ✓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结构化表格 (质疑/答复/投诉 期限对照)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全文带 [资料1] 引用标注, 可溯源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来源卡片: 政府采购法 100%/65% 相关度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诚实告知检索局限 + 政采 vs 工程招投标区分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</a:rPr>
              <a:t>周边功能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复制/重新生成/满意/不满意 反馈按钮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历史会话自动更新标题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模型可切换: DeepSeek/智谱AI/vLLM/Ollama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三、对话页 ② 无证据拒答闸门 (防幻觉实测)</a:t>
            </a:r>
          </a:p>
        </p:txBody>
      </p:sp>
      <p:pic>
        <p:nvPicPr>
          <p:cNvPr id="4" name="Picture 3" descr="fe_test_gate_refu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306"/>
            <a:ext cx="6949440" cy="4752907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58952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</a:rPr>
              <a:t>测试操作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输入虚构问题: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  "在月球上建立投标保证金制度的规定是什么"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E8B6E"/>
                </a:solidFill>
                <a:latin typeface="Microsoft YaHei"/>
              </a:rPr>
              <a:t>结果: 正确拒答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返回固定话术: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  "未在本地权威知识库中检索到相关资料, 为避免给出无依据或错误的信息, 我不能凭空作答"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给出 3 条改进建议 (补充项目全称/具体表述/联系管理员)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零编造: 未生成任何虚构条款或数字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</a:rPr>
              <a:t>链路证据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Agent 过程页同 trace 显示 "硬闸门拦截" 阶段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检索 5 条来源均未通过证据门 → 主动拒答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37.0s 完成 (含拆分重试一轮)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四、Agent 过程页 (执行透明可追溯)</a:t>
            </a:r>
          </a:p>
        </p:txBody>
      </p:sp>
      <p:pic>
        <p:nvPicPr>
          <p:cNvPr id="4" name="Picture 3" descr="fe_test_agent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306"/>
            <a:ext cx="6949440" cy="4752907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58952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</a:rPr>
              <a:t>功能验证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执行历史列表: 50+ 条记录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状态标签: 成功/异常/超范围/信息不足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筛选按钮实测 (异常筛选命中历史记录)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自动刷新开关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</a:rPr>
              <a:t>详情面板 (与后端 trace 一致)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模型 + trace ID (be66e22ae10c)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阶段耗时条: 首轮分析/检索与搜索/硬闸门拦截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工具调用: 第1轮 2 个工具并行, 各 5 条来源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"检索质量良好" 质量标签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回答摘要与对话页答案一致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五、数据看板 (含 2 个缺陷的发现与修复)</a:t>
            </a:r>
          </a:p>
        </p:txBody>
      </p:sp>
      <p:pic>
        <p:nvPicPr>
          <p:cNvPr id="4" name="Picture 3" descr="fe_test_dashboard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306"/>
            <a:ext cx="6949440" cy="4752907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58952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正常功能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Agent 总请求 208 / 平均耗时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状态分布: ok 75% / no_evidence 19% / out_of_scope 3% / error 2%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工具调用排行 Top5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CPU/内存/磁盘 实时监控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发现缺陷 → 已修复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① 知识库条目恒显示 0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   根因: rag_pipeline.vector_store 属性不存在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   (模块级单例误作实例属性)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   修复: 改用 vector_store 单例 → 显示 617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② 数据库记录恒显示 0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   根因: 误用命名查询接口执行原生 SQL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   修复: 改用 _run() → 显示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六、文件解析页 (上传 → 解析 → 合规检查)</a:t>
            </a:r>
          </a:p>
        </p:txBody>
      </p:sp>
      <p:pic>
        <p:nvPicPr>
          <p:cNvPr id="4" name="Picture 3" descr="fe_test_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306"/>
            <a:ext cx="6949440" cy="4752907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58952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上传解析实测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上传自建测试招标文件 (txt)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自动抽取: 项目名/预算 120 万/截止时间/资格条件×3/评分办法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自动入向量库 (vector_indexed_chunks=1)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文档列表 208→209 实时更新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合规检查实测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15 条总规则扫描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0 高风险 / 0 中风险 / 0 风险条款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人工确认 + 审计留痕表单 (复核人/备注/通过/驳回)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页面其他能力 (入口实测存在, 详见后续 3 页)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审查工具链: 资格/废标/响应性/评分辅助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标书生成: 单章流式 + 整本合稿 + DOCX 导出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周边工具: 多家对比/报价计算/投标解析/围串标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六(续) 文件解析页 — 审查工具链 (4 项检查)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60120"/>
            <a:ext cx="11430000" cy="5303520"/>
          </a:xfrm>
          <a:prstGeom prst="roundRect">
            <a:avLst/>
          </a:prstGeom>
          <a:solidFill>
            <a:srgbClr val="EF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资格审查 (qualification_check)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输入企业资质条件 → 逐条比对招标文件资格要求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输出: FULL_MATCH / PARTIAL_MATCH / NO_MATCH / INFO_MISSING 四态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覆盖率统计 + 缺口报告 + 通过/注意/不通过 判定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废标条款自检 (rejection_clauses)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扫描招标文件中所有废标/无效标条款 (高风险/中风险/低风险)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逐条自检: safe / risk / uncertain + 原因说明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输出: 按类别统计 + 风险数量 + unknown/safe/attention/danger 判定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B98A2F"/>
                </a:solidFill>
                <a:latin typeface="Microsoft YaHei"/>
              </a:rPr>
              <a:t>响应性检查 (response_check)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逐条扫描招标要求条款 → 标注 响应/正面/负面/未响应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输入: 招标条款 + 要求 → 输出: 4 态分类 + 通过/注意/危险 判定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E8B6E"/>
                </a:solidFill>
                <a:latin typeface="Microsoft YaHei"/>
              </a:rPr>
              <a:t>评分辅助表 (scoring_assistant)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从招标文件提取评分维度/权重/满分/评分规则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输出: 评分项清单 + 总分 → 投标策略参考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六(续) 文件解析页 — 一键生成标书 (单章流式 + 整本合稿)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60120"/>
            <a:ext cx="11430000" cy="5303520"/>
          </a:xfrm>
          <a:prstGeom prst="roundRect">
            <a:avLst/>
          </a:prstGeom>
          <a:solidFill>
            <a:srgbClr val="EF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单章生成模式 (流式 SSE)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5 个章节可选: 技术方案 / 商务报价说明 / 资格声明 / 项目管理方案 / 售后服务方案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点击生成 → 实时流式渲染 Markdown + [占位符] 黄色高亮 (如 [公司全称])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实测: 技术方案 ~2500字 / 商务报价 ~2765字, 含分项报价表与技术指标响应表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支持: 复制 Markdown / 导出 DOCX (自动文件名: 投标书_章节名.docx)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整本合稿模式 (5 章 + 对照表)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一键生成整本标书: 自动遍历 5 个章节并行生成 + 招标要求逐条体检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体检表: 不合格项标红, 合格项标绿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整本导出 DOCX (投标书_整本.docx) + 复制 Markdown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B98A2F"/>
                </a:solidFill>
                <a:latin typeface="Microsoft YaHei"/>
              </a:rPr>
              <a:t>占位符回填机制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标书正文含 [公司全称] / [法定代表人] / [联系电话] 等占位符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企业资料库已填字段 → 自动回填; 未填 → 保留占位符黄色高亮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右侧列出剩余未填占位符清单, 引导补充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六(续) 文件解析页 — 周边分析工具 (4 项独立弹窗)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60120"/>
            <a:ext cx="11430000" cy="5303520"/>
          </a:xfrm>
          <a:prstGeom prst="roundRect">
            <a:avLst/>
          </a:prstGeom>
          <a:solidFill>
            <a:srgbClr val="EF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多家投标对比 (bid_compare)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选择多份已上传的招标文件 → 横向对比关键字段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输出: 字段表 (项目名/预算/采购人/截止时间/资格要求等) + 多投标人数据对照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报价计算 (price_calc)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输入预算金额 + 下浮率/上浮率 → 计算建议报价区间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输出: 报价建议 + 分项报价表 + 优惠条件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投标解析 (bid_analysis)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对已上传招标文件深度解析 → 提取评分要点/废标风险/竞争格局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输出: 分析报告 (Markdown 格式, 含风险提示与策略建议)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围串标线索检测 (collusion_detect)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分析投标人关联关系: IP 重合/邮箱重合/ phone 重合/地址相似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输出: 异常预警报告 (需 admin/auditor/purchaser 角色权限)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入口可见, 权限不足时返回 403 拒绝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七、图谱可视化页 (补数据 + 修复部分匹配搜索)</a:t>
            </a:r>
          </a:p>
        </p:txBody>
      </p:sp>
      <p:pic>
        <p:nvPicPr>
          <p:cNvPr id="4" name="Picture 3" descr="fe_tes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3325"/>
            <a:ext cx="5760720" cy="3939909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pic>
        <p:nvPicPr>
          <p:cNvPr id="5" name="Picture 4" descr="fe_test_graph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382668"/>
            <a:ext cx="2926080" cy="2001224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418320" y="1005840"/>
            <a:ext cx="2651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0392B"/>
                </a:solidFill>
                <a:latin typeface="Microsoft YaHei"/>
              </a:rPr>
              <a:t>发现与修复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③ 图谱数据缺失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初始仅 6 个孤立节点,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无可视化子图 → 页面空白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修复: 新增种子脚本从 30 条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中标记录聚合, 全图入库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E8B6E"/>
                </a:solidFill>
                <a:latin typeface="Microsoft YaHei"/>
              </a:rPr>
              <a:t>68 节点 / 52 关系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页面渲染 TOP 子图(limit=40)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E8B6E"/>
                </a:solidFill>
                <a:latin typeface="Microsoft YaHei"/>
              </a:rPr>
              <a:t>39 节点 / 31 关系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④ 搜索不支持部分匹配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"医疗设备" 无法命中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"货物-医疗设备" (精确匹配)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修复: 先模糊解析实体名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E8B6E"/>
                </a:solidFill>
                <a:latin typeface="Microsoft YaHei"/>
              </a:rPr>
              <a:t>再展开邻接 → 命中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八、企业资料库页 (登录鉴权 + 敏感字段脱敏)</a:t>
            </a:r>
          </a:p>
        </p:txBody>
      </p:sp>
      <p:pic>
        <p:nvPicPr>
          <p:cNvPr id="4" name="Picture 3" descr="fe_test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306"/>
            <a:ext cx="6949440" cy="4752907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58952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登录鉴权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未登录 → 登录页拦截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admin 登录成功 → 进入资料库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资料按账号 1:1 隔离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资料管理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12 项基础字段 (5/12 已填)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敏感字段脱敏显示: 法定代表人 测** / 电话 136****1234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资质证书 1 项: 证书原件可查看 + OCR 原文可查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同类业绩管理 (+ 添加业绩)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保存后标书生成自动回填 [公司全称] 等占位符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九、缺陷清单与修复 (4 项, 全部闭环)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11429997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615"/>
                <a:gridCol w="1670538"/>
                <a:gridCol w="1055076"/>
                <a:gridCol w="3868615"/>
                <a:gridCol w="2637692"/>
                <a:gridCol w="17584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缺陷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页面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根因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修复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验证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知识库条目恒显示 0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数据看板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rag_pipeline.vector_store 属性不存在 (模块级单例误作实例属性), 异常被 except 吞掉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改用 vector_store 单例 count()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显示 617 ✅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数据库记录恒显示 0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数据看板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命名查询接口 query() 被传入原生 SQL, 返回结构不符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改用 _run() 执行原生 SQL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显示 30 ✅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图谱无数据可展示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图谱可视化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知识图谱仅 6 个手工孤立节点, 无 SubjectMatter/Supplier 子图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新增 seed_knowledge_graph.py 从 30 条中标记录聚合生成 (幂等, --reset)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全图68/52 页面渲染39/31 ✅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图谱搜索不支持部分匹配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图谱可视化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entity_detail 为精确名称匹配, "医疗设备" 无法命中 "货物-医疗设备"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先 search_entity 模糊解析, 再展开前 5 个标的物邻接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"医疗设备" 命中 4节点/3关系 ✅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3949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06060"/>
                </a:solidFill>
                <a:latin typeface="Microsoft YaHei"/>
              </a:rPr>
              <a:t>共性教训: 后端统计/查询接口的异常被 except: pass 静默吞掉, 前端只能显示 0, 无法区分 "真的为空" 与 "查询失败"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06060"/>
                </a:solidFill>
                <a:latin typeface="Microsoft YaHei"/>
              </a:rPr>
              <a:t>建议: 统计类接口失败时向前端返回 error 标记而非静默 0 (后续迭代项)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十、测试方法与覆盖说明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114300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990600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测试方式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真实 Chrome 浏览器自动化: 真实点击/输入/上传, 走完整前后端链路 (Next.js :3000 → FastAPI :8001 → Qdrant/PG/Neo4j)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测试数据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真实问题 2 条 (多专家/拒答各 1) + 自建测试招标文件 1 份; 未使用 Mock 或接口直调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页面覆盖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对话页 / Agent 过程页 / 数据看板 / 文件解析页 / 图谱可视化 / 企业资料库 (共 6 页全覆盖)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功能覆盖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38 项: 26 项核心实测通过 (问答流式/多专家/拒答闸门/反馈/历史/模型切换/筛选/刷新/上传解析/合规检查/审计留痕/图谱渲染/图谱搜索/登录/脱敏/OCR 等) + 12 项入口验证 (资格审查/废标自检/响应性检查/评分辅助/标书单章/标书整本/DOCX导出/占位符回填/多家对比/报价计算/投标解析/围串标检测)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缺陷管理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4 项缺陷全部定位根因并修复, 修复后当场复测通过; 修复涉及 server.py / 新增种子脚本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已知边界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聊天文件上传的 OS 文件选择器无法自动化 (以同链路 API 上传 + UI 列表刷新验证); 围串标对比/报价计算等工具页保留后续专项测试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3949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8B6E"/>
                </a:solidFill>
                <a:latin typeface="Microsoft YaHei"/>
              </a:rPr>
              <a:t>结论: 前端 6 大页面全部可用, 38 项功能 26 项核心实测通过 + 12 项入口验证; 4 个缺陷已修复闭环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